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73152" cy="201168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3" name="Shape 1"/>
          <p:cNvSpPr/>
          <p:nvPr/>
        </p:nvSpPr>
        <p:spPr>
          <a:xfrm>
            <a:off x="9628632" y="-731520"/>
            <a:ext cx="3840480" cy="3840480"/>
          </a:xfrm>
          <a:prstGeom prst="ellipse">
            <a:avLst/>
          </a:prstGeom>
          <a:solidFill>
            <a:srgbClr val="065A82">
              <a:alpha val="1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43032" y="4389120"/>
            <a:ext cx="2926080" cy="2926080"/>
          </a:xfrm>
          <a:prstGeom prst="ellipse">
            <a:avLst/>
          </a:prstGeom>
          <a:solidFill>
            <a:srgbClr val="1C6B8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智能体与 RAG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——公司的私人知识管家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88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什么是智能体？什么是 RAG？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88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公司文档如何变成 AI 的"大脑"？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面向全员 · 零基础入门版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AI 智能体？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1672" cy="1097280"/>
          </a:xfrm>
          <a:prstGeom prst="roundRect">
            <a:avLst>
              <a:gd name="adj" fmla="val 12500"/>
            </a:avLst>
          </a:prstGeom>
          <a:solidFill>
            <a:srgbClr val="0A1F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智能体 = 一个"能干活"的 AI 助手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43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不是只会聊天，而是能理解任务→制定计划→调用工具→拿到结果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51434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560320"/>
            <a:ext cx="3514344" cy="4572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3148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理解任务目标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0571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你说"帮我写一份竞品分析报告"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它明白要做什么、需要哪些资料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7304" y="2560320"/>
            <a:ext cx="351434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7304" y="2560320"/>
            <a:ext cx="3514344" cy="45720"/>
          </a:xfrm>
          <a:prstGeom prst="rect">
            <a:avLst/>
          </a:prstGeom>
          <a:solidFill>
            <a:srgbClr val="4CAF84"/>
          </a:solidFill>
          <a:ln/>
        </p:spPr>
      </p:sp>
      <p:sp>
        <p:nvSpPr>
          <p:cNvPr id="13" name="Text 11"/>
          <p:cNvSpPr/>
          <p:nvPr/>
        </p:nvSpPr>
        <p:spPr>
          <a:xfrm>
            <a:off x="4520184" y="2697480"/>
            <a:ext cx="3148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🔧  自主调用工具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5904" y="3154680"/>
            <a:ext cx="30571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需要查资料→自己去知识库搜索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需要写文档→调用文档工具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需要发邮件→自动发送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2560320"/>
            <a:ext cx="3514344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25968" y="2560320"/>
            <a:ext cx="3514344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17" name="Text 15"/>
          <p:cNvSpPr/>
          <p:nvPr/>
        </p:nvSpPr>
        <p:spPr>
          <a:xfrm>
            <a:off x="8308848" y="2697480"/>
            <a:ext cx="3148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交付完整结果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4568" y="3154680"/>
            <a:ext cx="30571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不只是给一段文字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而是拿出完整的报告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并告诉你数据来源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1C6B8C">
              <a:alpha val="1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9436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简单说：智能体会"动手干活"，而不仅仅是"动嘴聊天"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智能体 vs 聊天式 AI（豆包、元宝）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9050">
            <a:solidFill>
              <a:srgbClr val="C8D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889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 聊天式 AI（豆包 / 元宝）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你问它答，一轮对话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只能凭"记忆"回答问题（训练数据截止某个时间点）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看不到公司内部资料（合同、方案、技术文档）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每次问完就结束，无法帮你完成一件事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数据在云端，存在安全隐患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09728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0A1F3C"/>
          </a:solidFill>
          <a:ln w="25400">
            <a:solidFill>
              <a:srgbClr val="1C6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234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8C9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AI 智能体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828800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理解任务 → 执行 → 交付结果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能访问公司内部知识库（查看合同、方案、技术文档）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搜索公司文档后回答，答案有据可查，不是靠猜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可以执行完整工作流：查资料→写报告→发邮件→归档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数据部署在公司内部，资料安全可控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5A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一个现实问题：AI 看不到公司的内部资料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通用的聊天 AI 只知道"公开知识"，不知道"你的公司有什么"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FEBE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聊天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240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问豆包："我们的保密协议里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竞业限制是几年？"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豆包答：抱歉，我不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知道你们公司的协议内容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6B8C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6908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智能体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343400"/>
            <a:ext cx="3240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问智能体：保密协议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竞业限制是几年？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智能体：搜索公司文档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找到 PDF 合同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提取条款回答您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37304" y="141732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37304" y="182880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F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4474464" y="187452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聊天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4464" y="2148840"/>
            <a:ext cx="3240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问豆包："上次给碧然德的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方案里报价多少？"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豆包答：我没有你们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公司的项目数据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37304" y="374904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6B8C"/>
                </a:solidFill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37304" y="402336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4474464" y="406908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智能体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74464" y="4343400"/>
            <a:ext cx="3240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问智能体：上次给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碧然德的报价是多少？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智能体：搜索知识库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找到历史方案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准确回答报价信息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25968" y="1417320"/>
            <a:ext cx="3514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25968" y="182880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FF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8263128" y="187452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聊天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63128" y="2148840"/>
            <a:ext cx="3240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问元宝："我们服务器的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部署文档在哪？"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元宝答：我只知道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通用知识，无法查阅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公司内部文档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25968" y="3749040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6B8C"/>
                </a:solidFill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25968" y="4023360"/>
            <a:ext cx="3514344" cy="1920240"/>
          </a:xfrm>
          <a:prstGeom prst="roundRect">
            <a:avLst>
              <a:gd name="adj" fmla="val 4762"/>
            </a:avLst>
          </a:prstGeom>
          <a:solidFill>
            <a:srgbClr val="E8F5E9"/>
          </a:solidFill>
          <a:ln/>
        </p:spPr>
      </p:sp>
      <p:sp>
        <p:nvSpPr>
          <p:cNvPr id="27" name="Text 25"/>
          <p:cNvSpPr/>
          <p:nvPr/>
        </p:nvSpPr>
        <p:spPr>
          <a:xfrm>
            <a:off x="8263128" y="4069080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智能体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63128" y="4343400"/>
            <a:ext cx="324002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问智能体：服务器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部署怎么操作？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智能体：检索内部知识库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找到部署文档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给出完整步骤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73152" cy="1828800"/>
          </a:xfrm>
          <a:prstGeom prst="rect">
            <a:avLst/>
          </a:prstGeom>
          <a:solidFill>
            <a:srgbClr val="4CAF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RAG？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Retrieval-Augmented Generation（检索增强生成）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03050"/>
          </a:solidFill>
          <a:ln w="19050">
            <a:solidFill>
              <a:srgbClr val="4CAF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 RAG 就像一个"开卷考试"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AI（豆包/元宝）→ 闭卷考试：只能凭训练时"记住"的知识回答，看不到公司内部资料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智能体　→ 开卷考试：先翻公司资料库找到相关内容，再结合资料回答问题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392424" cy="2560320"/>
          </a:xfrm>
          <a:prstGeom prst="roundRect">
            <a:avLst>
              <a:gd name="adj" fmla="val 4286"/>
            </a:avLst>
          </a:prstGeom>
          <a:solidFill>
            <a:srgbClr val="103050"/>
          </a:solidFill>
          <a:ln w="25400">
            <a:solidFill>
              <a:srgbClr val="1C6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B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检索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0266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你提问后，RAG 系统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先去公司知识库中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找到最相关的文档片段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06824" y="3383280"/>
            <a:ext cx="3392424" cy="2560320"/>
          </a:xfrm>
          <a:prstGeom prst="roundRect">
            <a:avLst>
              <a:gd name="adj" fmla="val 4286"/>
            </a:avLst>
          </a:prstGeom>
          <a:solidFill>
            <a:srgbClr val="103050"/>
          </a:solidFill>
          <a:ln w="25400">
            <a:solidFill>
              <a:srgbClr val="4CAF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9704" y="34747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增强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9704" y="4023360"/>
            <a:ext cx="30266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把找到的资料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"喂"给大模型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让它"临时学习"这些内容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3383280"/>
            <a:ext cx="3392424" cy="2560320"/>
          </a:xfrm>
          <a:prstGeom prst="roundRect">
            <a:avLst>
              <a:gd name="adj" fmla="val 4286"/>
            </a:avLst>
          </a:prstGeom>
          <a:solidFill>
            <a:srgbClr val="103050"/>
          </a:solidFill>
          <a:ln w="25400">
            <a:solidFill>
              <a:srgbClr val="F0C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347472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生成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47888" y="4023360"/>
            <a:ext cx="30266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基于真实的公司资料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给出有据可查的答案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并标注信息来源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AF8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要解决什么问题？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394960" cy="4572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公司资料安全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所有公司文档存储在企业内部的服务器上，不会上传到任何第三方 AI 平台。数据不出公司，安全可控。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097280"/>
            <a:ext cx="5394960" cy="45720"/>
          </a:xfrm>
          <a:prstGeom prst="rect">
            <a:avLst/>
          </a:prstGeom>
          <a:solidFill>
            <a:srgbClr val="4CAF84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精准找到内部文档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6916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不用再翻文件夹、查聊天记录。一句话就能从上千份文档中秒速找到你需要的那一份。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5394960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94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答案有据可查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AI 说了什么不重要，重要的是它引用的是哪份文档、第几页、哪句话。每条回答都可以溯源。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657600"/>
            <a:ext cx="5394960" cy="45720"/>
          </a:xfrm>
          <a:prstGeom prst="rect">
            <a:avLst/>
          </a:prstGeom>
          <a:solidFill>
            <a:srgbClr val="7B8EB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794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⏱️  效率大幅提升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新人入职不用花几周熟悉资料库，直接问 AI 就能找到需要的文档和信息。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是如何工作的？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73175" y="1097280"/>
            <a:ext cx="640080" cy="640080"/>
          </a:xfrm>
          <a:prstGeom prst="ellipse">
            <a:avLst/>
          </a:prstGeom>
          <a:solidFill>
            <a:srgbClr val="1C6B8C"/>
          </a:solidFill>
          <a:ln/>
        </p:spPr>
      </p:sp>
      <p:sp>
        <p:nvSpPr>
          <p:cNvPr id="5" name="Text 3"/>
          <p:cNvSpPr/>
          <p:nvPr/>
        </p:nvSpPr>
        <p:spPr>
          <a:xfrm>
            <a:off x="1173175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889150" cy="3017520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19050">
            <a:solidFill>
              <a:srgbClr val="1C6B8C"/>
            </a:solidFill>
            <a:prstDash val="solid"/>
          </a:ln>
          <a:effectLst>
            <a:outerShdw sx="100000" sy="100000" kx="0" ky="0" algn="bl" rotWithShape="0" blurRad="38100" dist="12700" dir="16200000">
              <a:srgbClr val="A0B8C8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11680"/>
            <a:ext cx="1614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6B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上传文档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161483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把公司的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合同、方案、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技术文档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放进系统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0063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C9E8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2366" y="1097280"/>
            <a:ext cx="640080" cy="640080"/>
          </a:xfrm>
          <a:prstGeom prst="ellipse">
            <a:avLst/>
          </a:prstGeom>
          <a:solidFill>
            <a:srgbClr val="4CAF84"/>
          </a:solidFill>
          <a:ln/>
        </p:spPr>
      </p:sp>
      <p:sp>
        <p:nvSpPr>
          <p:cNvPr id="11" name="Text 9"/>
          <p:cNvSpPr/>
          <p:nvPr/>
        </p:nvSpPr>
        <p:spPr>
          <a:xfrm>
            <a:off x="3382366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57830" y="1920240"/>
            <a:ext cx="1889150" cy="3017520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19050">
            <a:solidFill>
              <a:srgbClr val="4CAF84"/>
            </a:solidFill>
            <a:prstDash val="solid"/>
          </a:ln>
          <a:effectLst>
            <a:outerShdw sx="100000" sy="100000" kx="0" ky="0" algn="bl" rotWithShape="0" blurRad="38100" dist="12700" dir="16200000">
              <a:srgbClr val="A0B8C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94990" y="2011680"/>
            <a:ext cx="1614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自动处理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94990" y="2560320"/>
            <a:ext cx="161483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系统自动提取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文档内容，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转为可检索的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"索引"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09821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C9E8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591556" y="1097280"/>
            <a:ext cx="640080" cy="640080"/>
          </a:xfrm>
          <a:prstGeom prst="ellipse">
            <a:avLst/>
          </a:prstGeom>
          <a:solidFill>
            <a:srgbClr val="F0C060"/>
          </a:solidFill>
          <a:ln/>
        </p:spPr>
      </p:sp>
      <p:sp>
        <p:nvSpPr>
          <p:cNvPr id="17" name="Text 15"/>
          <p:cNvSpPr/>
          <p:nvPr/>
        </p:nvSpPr>
        <p:spPr>
          <a:xfrm>
            <a:off x="5591556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967021" y="1920240"/>
            <a:ext cx="1889150" cy="3017520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19050">
            <a:solidFill>
              <a:srgbClr val="F0C060"/>
            </a:solidFill>
            <a:prstDash val="solid"/>
          </a:ln>
          <a:effectLst>
            <a:outerShdw sx="100000" sy="100000" kx="0" ky="0" algn="bl" rotWithShape="0" blurRad="38100" dist="12700" dir="16200000">
              <a:srgbClr val="A0B8C8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04181" y="2011680"/>
            <a:ext cx="1614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C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你提问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04181" y="2560320"/>
            <a:ext cx="161483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你问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"去年的项目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总结在哪里？"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9011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C9E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800746" y="1097280"/>
            <a:ext cx="640080" cy="640080"/>
          </a:xfrm>
          <a:prstGeom prst="ellipse">
            <a:avLst/>
          </a:prstGeom>
          <a:solidFill>
            <a:srgbClr val="7B8EBF"/>
          </a:solidFill>
          <a:ln/>
        </p:spPr>
      </p:sp>
      <p:sp>
        <p:nvSpPr>
          <p:cNvPr id="23" name="Text 21"/>
          <p:cNvSpPr/>
          <p:nvPr/>
        </p:nvSpPr>
        <p:spPr>
          <a:xfrm>
            <a:off x="7800746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76211" y="1920240"/>
            <a:ext cx="1889150" cy="3017520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19050">
            <a:solidFill>
              <a:srgbClr val="7B8EBF"/>
            </a:solidFill>
            <a:prstDash val="solid"/>
          </a:ln>
          <a:effectLst>
            <a:outerShdw sx="100000" sy="100000" kx="0" ky="0" algn="bl" rotWithShape="0" blurRad="38100" dist="12700" dir="16200000">
              <a:srgbClr val="A0B8C8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3371" y="2011680"/>
            <a:ext cx="1614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8E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检索文档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3371" y="2560320"/>
            <a:ext cx="161483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系统在公司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知识库中快速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找到相关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文档片段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28202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C9E8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0009937" y="1097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10009937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385402" y="1920240"/>
            <a:ext cx="1889150" cy="3017520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38100" dist="12700" dir="16200000">
              <a:srgbClr val="A0B8C8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522562" y="2011680"/>
            <a:ext cx="16148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回答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22562" y="2560320"/>
            <a:ext cx="161483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基于找到的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真实资料，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给你准确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的回答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73152" cy="182880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FileX：RAG 的知识仓库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FileX 就是公司内部的知识库——所有文档集中存储、自动处理、随时检索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53384" cy="4389120"/>
          </a:xfrm>
          <a:prstGeom prst="roundRect">
            <a:avLst>
              <a:gd name="adj" fmla="val 3177"/>
            </a:avLst>
          </a:prstGeom>
          <a:solidFill>
            <a:srgbClr val="103050"/>
          </a:solidFill>
          <a:ln w="25400">
            <a:solidFill>
              <a:srgbClr val="1C6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3453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179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6B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文档的"收纳箱"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08762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所有公司文档集中存储在 FileX 中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PDF、Word、Excel、PPT、图片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支持手动上传和自动导入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支持按文件夹分类归档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同文件自动去重，节省空间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7784" y="1645920"/>
            <a:ext cx="3453384" cy="4389120"/>
          </a:xfrm>
          <a:prstGeom prst="roundRect">
            <a:avLst>
              <a:gd name="adj" fmla="val 3177"/>
            </a:avLst>
          </a:prstGeom>
          <a:solidFill>
            <a:srgbClr val="103050"/>
          </a:solidFill>
          <a:ln w="25400">
            <a:solidFill>
              <a:srgbClr val="4CAF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7784" y="1737360"/>
            <a:ext cx="3453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04944" y="2377440"/>
            <a:ext cx="3179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文档的"加工厂"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0664" y="2926080"/>
            <a:ext cx="308762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文件上传后自动处理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PDF/图片 → OCR 识别文字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文档 → 提取正文内容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 Markdown 笔记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打标签分类，方便管理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6928" y="1645920"/>
            <a:ext cx="3453384" cy="4389120"/>
          </a:xfrm>
          <a:prstGeom prst="roundRect">
            <a:avLst>
              <a:gd name="adj" fmla="val 3177"/>
            </a:avLst>
          </a:prstGeom>
          <a:solidFill>
            <a:srgbClr val="103050"/>
          </a:solidFill>
          <a:ln w="25400">
            <a:solidFill>
              <a:srgbClr val="F0C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6928" y="1737360"/>
            <a:ext cx="34533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24088" y="2377440"/>
            <a:ext cx="3179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知识的"搜索引擎"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9808" y="2926080"/>
            <a:ext cx="308762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自动将文档转为"向量索引"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支持语义搜索（"找去年那份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关于竞品分析的方案"）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支持混合搜索（向量+关键词）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搜索结果自动关联上下文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支持按标签、文件类型筛选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FileX + AI 智能体：怎么配合工作？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097280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0A1F3C"/>
          </a:solidFill>
          <a:ln/>
        </p:spPr>
      </p:sp>
      <p:sp>
        <p:nvSpPr>
          <p:cNvPr id="5" name="Text 3"/>
          <p:cNvSpPr/>
          <p:nvPr/>
        </p:nvSpPr>
        <p:spPr>
          <a:xfrm>
            <a:off x="3749040" y="1097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 你提问："去年给碧然德的方案在哪？"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6072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6B8C"/>
                </a:solidFill>
              </a:rPr>
              <a:t>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1C6B8C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2194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AI 智能体（如 Hermes / OpenClaw）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0" y="2331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6B8C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869680" y="2194560"/>
            <a:ext cx="3017520" cy="731520"/>
          </a:xfrm>
          <a:prstGeom prst="roundRect">
            <a:avLst>
              <a:gd name="adj" fmla="val 12500"/>
            </a:avLst>
          </a:prstGeom>
          <a:solidFill>
            <a:srgbClr val="4CAF84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94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 FileX 知识库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6B8C"/>
                </a:solidFill>
              </a:rPr>
              <a:t>↓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743200" y="3291840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19050">
            <a:solidFill>
              <a:srgbClr val="4CAF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29184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回答："找到了！是 2025 年 8 月的《碧然德 AI 数字化转型方案》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　　文件在项目方案文件夹下，核心报价是 XXX 万元"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206240"/>
            <a:ext cx="3544824" cy="45720"/>
          </a:xfrm>
          <a:prstGeom prst="rect">
            <a:avLst/>
          </a:prstGeom>
          <a:solidFill>
            <a:srgbClr val="4CAF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📤  FileX 给智能体提供什么？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30876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文件上传接口（文档→知识库）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语义搜索接口（文件→相关片段）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待处理队列（通知 Agent 有新文档需要处理）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标签系统（给文档打分类标签）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2064" y="4206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2064" y="4206240"/>
            <a:ext cx="3544824" cy="4572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21" name="Text 19"/>
          <p:cNvSpPr/>
          <p:nvPr/>
        </p:nvSpPr>
        <p:spPr>
          <a:xfrm>
            <a:off x="4504944" y="434340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🤖  智能体在 FileX 上能做什么？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50664" y="4800600"/>
            <a:ext cx="30876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自动读取上传的文件内容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给文件打标签、写摘要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搜索公司知识库找到相关资料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根据检索结果回答问题或生成报告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5488" y="420624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5488" y="4206240"/>
            <a:ext cx="3544824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25" name="Text 23"/>
          <p:cNvSpPr/>
          <p:nvPr/>
        </p:nvSpPr>
        <p:spPr>
          <a:xfrm>
            <a:off x="8278368" y="434340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 实际配合场景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4088" y="4800600"/>
            <a:ext cx="308762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智能体自动处理新上传的文档 → 打标签 → 建立索引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你问问题 → 智能体搜 FileX → 找到准确资料 → 回答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批量文档入库 → 智能体逐一处理 → 知识库自动完善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日常使用场景举例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544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544824" cy="4572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查资料找文档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"帮我找一下上个月的项目总结报告" → AI 秒速定位 → 直接打开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2064" y="1097280"/>
            <a:ext cx="3544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2064" y="1097280"/>
            <a:ext cx="3544824" cy="45720"/>
          </a:xfrm>
          <a:prstGeom prst="rect">
            <a:avLst/>
          </a:prstGeom>
          <a:solidFill>
            <a:srgbClr val="4CAF84"/>
          </a:solidFill>
          <a:ln/>
        </p:spPr>
      </p:sp>
      <p:sp>
        <p:nvSpPr>
          <p:cNvPr id="10" name="Text 8"/>
          <p:cNvSpPr/>
          <p:nvPr/>
        </p:nvSpPr>
        <p:spPr>
          <a:xfrm>
            <a:off x="4504944" y="123444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写方案查历史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0664" y="169164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"上次给客户 A 的方案框架是什么？" → AI 调出历史方案 → 参考复用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5488" y="1097280"/>
            <a:ext cx="3544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5488" y="1097280"/>
            <a:ext cx="3544824" cy="45720"/>
          </a:xfrm>
          <a:prstGeom prst="rect">
            <a:avLst/>
          </a:prstGeom>
          <a:solidFill>
            <a:srgbClr val="F0C0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78368" y="123444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🔐  查合同条款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4088" y="169164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"我们的保密协议里竞业限制条款怎么写的？" → AI 检索合同 → 精确引用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544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3544824" cy="45720"/>
          </a:xfrm>
          <a:prstGeom prst="rect">
            <a:avLst/>
          </a:prstGeom>
          <a:solidFill>
            <a:srgbClr val="7B8EB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数据分析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79476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"今年各季度的项目报价趋势如何？" → AI 搜索所有方案 → 汇总对比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2064" y="3200400"/>
            <a:ext cx="3544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22064" y="3200400"/>
            <a:ext cx="3544824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04944" y="333756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新人入职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50664" y="379476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"公司的项目管理流程是什么？" → AI 找到 SOP 文档 → 完整解答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5488" y="3200400"/>
            <a:ext cx="354482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A0B8C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95488" y="3200400"/>
            <a:ext cx="3544824" cy="45720"/>
          </a:xfrm>
          <a:prstGeom prst="rect">
            <a:avLst/>
          </a:prstGeom>
          <a:solidFill>
            <a:srgbClr val="D49A5A"/>
          </a:solidFill>
          <a:ln/>
        </p:spPr>
      </p:sp>
      <p:sp>
        <p:nvSpPr>
          <p:cNvPr id="26" name="Text 24"/>
          <p:cNvSpPr/>
          <p:nvPr/>
        </p:nvSpPr>
        <p:spPr>
          <a:xfrm>
            <a:off x="8278368" y="3337560"/>
            <a:ext cx="31790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合规检查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4088" y="3794760"/>
            <a:ext cx="308762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"检查这份合同是否符合公司标准条款" → AI 对照模板 → 标出差异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公司的数据安全如何保障？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数据是公司的核心资产，FileX 在设计上始终把安全放在第一位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103050"/>
          </a:solidFill>
          <a:ln w="19050">
            <a:solidFill>
              <a:srgbClr val="1C6B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B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🏠  数据部署在自有服务器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240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所有公司文档存储在公司内部的服务器上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不上传任何第三方 AI 平台（豆包/元宝）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数据完全自主可控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55448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103050"/>
          </a:solidFill>
          <a:ln w="19050">
            <a:solidFill>
              <a:srgbClr val="4CAF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4464" y="1645920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🔑  双重认证机制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74464" y="2103120"/>
            <a:ext cx="3240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端：账号密码 + JWT 令牌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端：API 密钥（可随时停用）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修改密码后旧令牌立即失效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5968" y="155448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103050"/>
          </a:solidFill>
          <a:ln w="19050">
            <a:solidFill>
              <a:srgbClr val="F0C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3128" y="1645920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 用户级数据隔离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63128" y="2103120"/>
            <a:ext cx="3240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每位员工只能看到自己的文件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管理员可管理账号权限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支持启用/停用账号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103050"/>
          </a:solidFill>
          <a:ln w="19050">
            <a:solidFill>
              <a:srgbClr val="7B8E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49040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E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操作全程可追溯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3240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谁、什么时间、做了什么操作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都有日志记录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管理员可审计所有操作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37304" y="365760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103050"/>
          </a:solidFill>
          <a:ln w="19050">
            <a:solidFill>
              <a:srgbClr val="88C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4464" y="3749040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C9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🚫  AI 不会"外传"公司数据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4464" y="4206240"/>
            <a:ext cx="3240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智能体在内部服务器上运行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检索和回答都在公司内网完成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数据不会被拿去训练公开 AI 模型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25968" y="365760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103050"/>
          </a:solidFill>
          <a:ln w="19050">
            <a:solidFill>
              <a:srgbClr val="D49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3128" y="3749040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 可随时收回权限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63128" y="4206240"/>
            <a:ext cx="32400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密钥支持上架/下架/删除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下架后智能体立即无法访问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员工离职后账号可停用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73152" cy="1828800"/>
          </a:xfrm>
          <a:prstGeom prst="rect">
            <a:avLst/>
          </a:prstGeom>
          <a:solidFill>
            <a:srgbClr val="1C6B8C"/>
          </a:solidFill>
          <a:ln/>
        </p:spPr>
      </p:sp>
      <p:sp>
        <p:nvSpPr>
          <p:cNvPr id="3" name="Shape 1"/>
          <p:cNvSpPr/>
          <p:nvPr/>
        </p:nvSpPr>
        <p:spPr>
          <a:xfrm>
            <a:off x="9902952" y="4114800"/>
            <a:ext cx="3200400" cy="3200400"/>
          </a:xfrm>
          <a:prstGeom prst="ellipse">
            <a:avLst/>
          </a:prstGeom>
          <a:solidFill>
            <a:srgbClr val="065A82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9601200" cy="640080"/>
          </a:xfrm>
          <a:prstGeom prst="roundRect">
            <a:avLst>
              <a:gd name="adj" fmla="val 14286"/>
            </a:avLst>
          </a:prstGeom>
          <a:solidFill>
            <a:srgbClr val="10305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智能体 = 能干活、能查资料的 AI，不是只会聊天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9601200" cy="640080"/>
          </a:xfrm>
          <a:prstGeom prst="roundRect">
            <a:avLst>
              <a:gd name="adj" fmla="val 14286"/>
            </a:avLst>
          </a:prstGeom>
          <a:solidFill>
            <a:srgbClr val="1030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RAG = 开卷考试，让 AI 先查公司资料再回答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9601200" cy="640080"/>
          </a:xfrm>
          <a:prstGeom prst="roundRect">
            <a:avLst>
              <a:gd name="adj" fmla="val 14286"/>
            </a:avLst>
          </a:prstGeom>
          <a:solidFill>
            <a:srgbClr val="10305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FileX = 公司的知识仓库，集中存储 + 自动处理 + 智能检索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9601200" cy="640080"/>
          </a:xfrm>
          <a:prstGeom prst="roundRect">
            <a:avLst>
              <a:gd name="adj" fmla="val 14286"/>
            </a:avLst>
          </a:prstGeom>
          <a:solidFill>
            <a:srgbClr val="10305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23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FileX + 智能体 = 你提问 → 智能体搜 FileX → 给你准确答案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9601200" cy="640080"/>
          </a:xfrm>
          <a:prstGeom prst="roundRect">
            <a:avLst>
              <a:gd name="adj" fmla="val 14286"/>
            </a:avLst>
          </a:prstGeom>
          <a:solidFill>
            <a:srgbClr val="10305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46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数据安全：部署在公司内部，数据不出门，权限可管控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FileX · 让每一份公司文档都成为 AI 的"知识燃料"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2026-05-24T15:30:51Z</dcterms:created>
  <dcterms:modified xsi:type="dcterms:W3CDTF">2026-05-24T15:30:51Z</dcterms:modified>
</cp:coreProperties>
</file>