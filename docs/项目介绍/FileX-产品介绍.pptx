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32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73152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02952" y="-731520"/>
            <a:ext cx="3200400" cy="3200400"/>
          </a:xfrm>
          <a:prstGeom prst="ellipse">
            <a:avLst/>
          </a:prstGeom>
          <a:solidFill>
            <a:srgbClr val="0077B6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817352" y="4114800"/>
            <a:ext cx="2560320" cy="256032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FileX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智能体的知识库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文件管理 · 向量知识库 · RAG 语义搜索 · AI Agent 无缝对接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为非技术人员打造的企业级 AI 知识基础设施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FileX 是什么？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1672" cy="1097280"/>
          </a:xfrm>
          <a:prstGeom prst="roundRect">
            <a:avLst>
              <a:gd name="adj" fmla="val 125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 AI Agent 拥有自己的知识库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14344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14344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148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📂  文件管理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05714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上传 / 预览 / 归档 / 分享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PDF、Office、图片、Markdown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全格式覆盖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7304" y="2743200"/>
            <a:ext cx="3514344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337304" y="2743200"/>
            <a:ext cx="3514344" cy="457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20184" y="2880360"/>
            <a:ext cx="3148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智能知识库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3337560"/>
            <a:ext cx="305714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自动提取 → 向量化 → 语义搜索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标签系统 + 知识图谱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实时状态推送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5968" y="2743200"/>
            <a:ext cx="3514344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125968" y="2743200"/>
            <a:ext cx="3514344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08848" y="2880360"/>
            <a:ext cx="3148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 AI Agent 对接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4568" y="3337560"/>
            <a:ext cx="305714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API Key 一键接入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完整 RAG 工作流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待处理队列 + 批量处理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八大核心功能模块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357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35758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文件管理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217855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上传/下载/预览/归档/去重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7278" y="1188720"/>
            <a:ext cx="26357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367278" y="1188720"/>
            <a:ext cx="2635758" cy="457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550158" y="132588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向量知识库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5878" y="1783080"/>
            <a:ext cx="217855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正文提取→分块→嵌入→检索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5916" y="1188720"/>
            <a:ext cx="26357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185916" y="1188720"/>
            <a:ext cx="2635758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368796" y="132588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标签系统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4516" y="1783080"/>
            <a:ext cx="217855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标签规范化/共现图/矩阵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4554" y="1188720"/>
            <a:ext cx="26357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004554" y="1188720"/>
            <a:ext cx="2635758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187434" y="132588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实时状态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3154" y="1783080"/>
            <a:ext cx="217855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WebSocket 推送索引进度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26357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017520"/>
            <a:ext cx="2635758" cy="4572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5468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分享管理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3611880"/>
            <a:ext cx="217855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密码保护/过期/限次/溯源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67278" y="3017520"/>
            <a:ext cx="26357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367278" y="3017520"/>
            <a:ext cx="2635758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550158" y="315468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Key 接入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95878" y="3611880"/>
            <a:ext cx="217855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fb_ 密钥鉴权/上架下架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85916" y="3017520"/>
            <a:ext cx="26357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185916" y="3017520"/>
            <a:ext cx="2635758" cy="4572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68796" y="315468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系统管理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14516" y="3611880"/>
            <a:ext cx="217855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用户/权限/日志审计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04554" y="3017520"/>
            <a:ext cx="26357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004554" y="3017520"/>
            <a:ext cx="2635758" cy="4572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187434" y="315468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企业空间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233154" y="3611880"/>
            <a:ext cx="217855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多租户/成员角色/ACL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RAG 完整链路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从上传文件到语义检索，全自动完成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44014" cy="2926080"/>
          </a:xfrm>
          <a:prstGeom prst="roundRect">
            <a:avLst>
              <a:gd name="adj" fmla="val 5644"/>
            </a:avLst>
          </a:prstGeom>
          <a:solidFill>
            <a:srgbClr val="142A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9440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上传文件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6696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PDF/Office/图片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一键上传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46934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0E0EF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66974" y="1828800"/>
            <a:ext cx="1944014" cy="2926080"/>
          </a:xfrm>
          <a:prstGeom prst="roundRect">
            <a:avLst>
              <a:gd name="adj" fmla="val 5644"/>
            </a:avLst>
          </a:prstGeom>
          <a:solidFill>
            <a:srgbClr val="142A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766974" y="1965960"/>
            <a:ext cx="19440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58414" y="26060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正文提取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04134" y="3063240"/>
            <a:ext cx="16696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 OCR 转写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笔记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5269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0E0EF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985309" y="1828800"/>
            <a:ext cx="1944014" cy="2926080"/>
          </a:xfrm>
          <a:prstGeom prst="roundRect">
            <a:avLst>
              <a:gd name="adj" fmla="val 5644"/>
            </a:avLst>
          </a:prstGeom>
          <a:solidFill>
            <a:srgbClr val="142A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985309" y="1965960"/>
            <a:ext cx="19440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76749" y="26060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向量索引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2469" y="3063240"/>
            <a:ext cx="16696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 → 嵌入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存入数据库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83603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0E0EF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203643" y="1828800"/>
            <a:ext cx="1944014" cy="2926080"/>
          </a:xfrm>
          <a:prstGeom prst="roundRect">
            <a:avLst>
              <a:gd name="adj" fmla="val 5644"/>
            </a:avLst>
          </a:prstGeom>
          <a:solidFill>
            <a:srgbClr val="142A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203643" y="1965960"/>
            <a:ext cx="19440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95083" y="26060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打标签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40803" y="3063240"/>
            <a:ext cx="16696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关键词标记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知识归类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01938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0E0EF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421978" y="1828800"/>
            <a:ext cx="1944014" cy="2926080"/>
          </a:xfrm>
          <a:prstGeom prst="roundRect">
            <a:avLst>
              <a:gd name="adj" fmla="val 5644"/>
            </a:avLst>
          </a:prstGeom>
          <a:solidFill>
            <a:srgbClr val="142A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421978" y="1965960"/>
            <a:ext cx="19440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513418" y="26060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语义搜索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59138" y="3063240"/>
            <a:ext cx="16696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自然语言查询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精准命中相关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整个过程 Agent 只需一条 API Key，其余由 FileX 全自动完成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如何接入 FileX？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029200" cy="4754880"/>
          </a:xfrm>
          <a:prstGeom prst="roundRect">
            <a:avLst>
              <a:gd name="adj" fmla="val 230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一条 API Key，全部搞定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fb_xxxxxxxxxxxx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上传文件 / 笔记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自动提取正文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打标签归类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语义搜索查询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获取待处理队列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支持上架 / 下架 / 删除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密钥随时可控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57607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126480" y="14173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一键集成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1874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Agent 只需配一条 API Key，即刻拥有完整的文件管理与知识库能力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42316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943600" y="2423160"/>
            <a:ext cx="57607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126480" y="25603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智能待处理队列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3017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自动列出无标签无笔记的文件，Agent 批量处理后一站式打标入库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356616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943600" y="3566160"/>
            <a:ext cx="57607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37033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合并上传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4160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一次请求完成「文件+Markdown 笔记」入库，完美适配第三方下载场景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470916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943600" y="4709160"/>
            <a:ext cx="57607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126480" y="48463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实时反馈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5303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WebSocket 推送索引进度，Agent 知道何时可以开始搜索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035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实时状态推送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文件上传后 → 系统自动提取 → 向量化 → 就绪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每一步状态变化通过 WebSocket 实时推送到前端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文件列表的索引列自动更新，无需手动刷新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AI Agent 可据此判断何时可以开始搜索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03520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🏷️ 标签关系图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8745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力导向图可视化标签之间的共现关系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热力矩阵展示标签关联强度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点击任意标签/连线→直接联动筛选文件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类比 Obsidian Graph，但节点是标签而非笔记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03520" cy="457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📑 知识库目录索引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每位用户一份自动维护的 Markdown 目录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AI Agent 可自由编辑备注区，系统自动同步索引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上传/笔记/标签变更时自动触发重建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Agent 和人类共享同一份知识地图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7490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309360" y="3749040"/>
            <a:ext cx="530352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3886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混合语义搜索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3434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向量相似度 + 全文检索双重保障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RRF 融合排序 = 更精准的命中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按文件分组聚合，关联上下文自动拼接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Ollama 宕机时全文检索依然可用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更多亮点功能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83464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📤  合并上传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一次请求完成文件+笔记入库，自动触发向量索引，完美适配第三方下载链接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18872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2834640" cy="457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74904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外部分享溯源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17830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分享链接支持密码保护、过期时间、下载次数限制，AI Agent 上传可携带分享 Token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18872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583680" y="1188720"/>
            <a:ext cx="2834640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76656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 正文自动提取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17830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PDF/Office/图片 → Markdown，纯工具链无需 LLM，速度快成本低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1143000"/>
            <a:ext cx="2377440" cy="2057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601200" y="1188720"/>
            <a:ext cx="237744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78408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搜索审计日志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29800" y="1783080"/>
            <a:ext cx="204735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每次搜索记录：谁、在哪、搜了什么、命中了哪些文件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2834640" cy="4572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数据安全隔离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0690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用户级文件隔离，密码变更后旧 JWT 立即失效，API Key 可随时下架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47472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566160" y="3474720"/>
            <a:ext cx="2834640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749040" y="3611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双主题 + 国际化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94760" y="40690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深色/浅色主题切换，中英文双语界面，Ant Design 5 专业级 UI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474720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583680" y="3474720"/>
            <a:ext cx="2834640" cy="4572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3611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待处理队列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12280" y="40690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自动列出无标签无笔记的文件，Markdown 表格格式，Agent 直接理解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347472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601200" y="3474720"/>
            <a:ext cx="2377440" cy="4572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784080" y="3611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🧩  企业知识空间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29800" y="406908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Workspace + 成员角色，文件/标签按空间隔离，满足团队协作需求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数据安全与权限隔离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企业级多租户设计，每个人的数据独立且安全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42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用户级隔离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每位用户只能看到和操作自己的文件、文件夹、标签。数据库查询自动追加 user_id 过滤条件。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42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🛡️ 密码安全保障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修改密码后旧 JWT 令牌立即失效。管理员重置密码也会触发同样的失效机制。密码采用 PBKDF2 安全哈希存储。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42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3949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🔑 API Key 管控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密钥可随时上架/下架/删除，下架后立即无法鉴权。支持预览和审计区分查看与复制。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114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42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3949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4251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管理员审计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7091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支持用户创建、启用/停用、密码重置。所有操作有日志审计记录。至少保留一名已启用管理员的安全冗余。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部署架构一览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Web 浏览器 / AI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4D8"/>
                </a:solidFill>
              </a:rPr>
              <a:t>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FileX API 服务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消息队列 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46888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向量数据库 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47472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嵌入服务 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2104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RabbitMQ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异步任务·可靠投递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74320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32104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向量引擎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411480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321040" y="4206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Ollama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4617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本地嵌入模型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全部组件通过 Docker Compose 一键部署，6 个容器各司其职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可扩展性——从小团队到大企业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 从小做起，按需扩展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单用户可用、多用户可用、企业团队可用。PostgreSQL 多租户架构（user_id 隔离），无需额外基础设施成本。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949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9224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索引吞吐可调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增加 kb-indexer 容器实例即可提升索引速度。RabbitMQ 消息队列保证任务不丢失。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企业知识空间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Workspace + 成员角色，文件和标签按空间隔离。支持跨空间搜索（ACL 过滤规划中）。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309360" y="3749040"/>
            <a:ext cx="53949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多模型支持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34340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轻松切换不同的嵌入模型（BGE / Nomic / 其他），系统自动记录并处理模型切换后的重新索引。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73152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 AI Agent 真正拥有</a:t>
            </a:r>
            <a:endParaRPr lang="en-US" sz="38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自己的知识库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文件管理 + 向量知识库 + 语义搜索 + AI Agent 无缝对接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企业级安全 · 容器化部署 · 按需扩展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FileX · 为 AI 时代打造的知识基础设施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628</Words>
  <Application>Microsoft Macintosh PowerPoint</Application>
  <PresentationFormat>自定义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RoamerXV</cp:lastModifiedBy>
  <cp:revision>3</cp:revision>
  <dcterms:created xsi:type="dcterms:W3CDTF">2026-05-24T14:54:06Z</dcterms:created>
  <dcterms:modified xsi:type="dcterms:W3CDTF">2026-05-24T14:57:38Z</dcterms:modified>
</cp:coreProperties>
</file>