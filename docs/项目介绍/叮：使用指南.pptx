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一个能彻底改变您工作方式的工具——「钉」。它不仅仅是一个存储工具，更是一个智能的个人知识库。它能帮您轻松收纳各类资料，并与AI智能体深度融合，确保所有答案都有据可查，彻底告别“AI瞎编”和“资料散落找不到”的窘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简单来说，「钉」为您解决了资料管理的六大痛点。从资料存放、内容提取、精准查找，到确保信息可信、解放双手，再到让知识持续进化，「钉」提供了一套完整的解决方案，让您的数字知识管理变得前所未有的高效和智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「钉」提供了两种灵活的使用方式。对于日常的轻量操作，您可以直接使用网页界面，简单直观。而对于复杂的批量任务，您可以通过AI智能体和「钉」技能包，实现高效的自动化。这两种模式满足了您在不同场景下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个人知识库功能。它就像一个完全属于您的数字书柜，让您告别文件散落各处的烦恼。通过二级文件夹，您可以像整理实体书一样结构化地归档您的数字资料。所有文件都安全隔离，为后续的深度检索打下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核心功能是多格式自动提取笔记。无论您上传的是Word、PDF还是图片，「钉」都能自动提取其中的文字内容，生成一份清晰的笔记。这不仅为您节省了大量手动整理的时间，更重要的是，它让“读懂文件”成为可能，为后续的精准检索铺平了道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功能是强大的语义检索。您不再需要依赖模糊的文件名，而是可以用自然语言进行提问。「钉」会理解您的意图，并直接返回与您查询最相关的原文片段和来源文件。这让信息查找变得前所未有的精准和高效，也确保了您引用信息的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功能是知识组织。通过灵活的标签系统和可视化的标签关系图，您可以将零散的文件构建成一个互联互通的知识网络。这不仅让您对自己的知识体系一目了然，还能帮助您发现知识间的隐藏关联，实现从“一堆文件”到“知识地图”的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功能，也是「钉」的强大之处，在于与AI智能体的协作。通过安装「钉」技能包，您可以让AI智能体成为您的知识助理。您只需下达自然语言指令，智能体就能帮您完成自动入库、批量检索、文献整理等复杂任务，并且所有回答都会严格遵循“带出处”的原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个功能是网上资料一条龙入库。您可以让AI智能体自动完成从查找、下载到整理、入库的全过程。这意味着，您在网上看到的任何有价值的公开资料，都可以一键转化为您知识库中可随时检索的一部分，极大地提升了知识获取的效率。无论是医学文献、行业报告还是技术文章，都能从“收藏吃灰”变成“即存即用”，并支持在团队内部快速复用和共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最后是分享与安全功能。您可以安全可控地分享单个文件，设置访问权限，确保资料外发的安全。同时，便捷的在线预览功能提升了协作效率。而API密钥管理机制则为您的账户安全提供了最后一道坚实的保障。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来看三个日常工作场景。无论是科研文献管理、内部规章制度查询，还是个人资料的沉淀整理，「钉」都能带来革命性的改变。它让信息查找更快速，引用更准确，知识管理更有条理，最终让您的工作效率得到质的飞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「钉」让您对知识库的状态了如指掌。通过可视化的提取状态和待处理清单，您可以清晰地知道哪些文件已经就绪，哪些还需要处理。这种透明化的管理方式，让知识整理不再是一件令人头疼的事，反而能带来完成任务的成就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上手「钉」非常简单。您可以按照这个Checklist，先花5分钟体验网页的核心功能，然后连接您的AI智能体，最后，最重要的是，养成“新资料先入钉，写材料先查库”的高效工作新习惯。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们整理了一些用户最常问的问题。总结来说，「钉」不是聊天软件，也无法被聊天工具中的临时文件上传所替代。它的核心是提供精准的证据片段，并且您的文件是安全隔离的。即使没有智能体，您依然可以使用其核心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「钉」将您散落的资料，汇聚成一个可搜索、可引用、可不断进化的个人知识库。当您为AI智能体配备了「钉」技能包后，过去繁琐的资料整理工作，现在只需一句话指令即可完成。从今天开始，让我们一起养成新习惯，让资料活起来，让AI办事有据可查。感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2.jpe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9.sv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5.svg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Relationship Id="rId9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2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9" Type="http://schemas.openxmlformats.org/officeDocument/2006/relationships/image" Target="../media/image4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03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钉 — 您的个人知识库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让 AI 智能体「有据可查」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524000" cy="76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spc="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ENABLED PERSONAL KNOWLEDGE BASE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您将得到什么？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资料放哪？ → 告别混乱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方案：个人知识库 + 二级文件夹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所有资料集中管理，如同拥有一个永不丢失的数字书柜，从此告别存储混乱。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看得懂吗？ → 节省时间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41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方案：多格式自动提取为可读笔记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入库后自动转化为可搜索的文本笔记，无需手动OCR，大幅降低整理门槛。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找得到吗？ → 精准定位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41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方案：语义检索 + 标签筛选组合拳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打破关键词限制，用自然语言描述需求，按“意思”快速定位相关段落。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敢用吗？ → 信息可信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95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方案：检索返回原文片段 + 智能体带出处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随时核对原始信息，彻底避免“幻觉”，确保引用内容的准确性与权威性。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80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省事吗？ → 解放双手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95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方案：AI智能体 + 钉技能包一条龙服务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入库、自动打标、文献整理全自动化，把您从繁琐重复的知识管理工作中彻底解放。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4381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63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活起来吗？ → 知识进化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953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🔧 方案：笔记、标签、索引数据持续更新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✨ 您的知识库不是一潭死水，而是越用越整齐、越用越懂您的“活性”知识资产。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怎么用钉：两个入口，两种模式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9558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90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 界面（浏览器访问）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67000"/>
            <a:ext cx="4597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📍 定位：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日常资料管理和手动检索的主要入口。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⌨️ 操作：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支持上传、预览、文件夹整理、手动打标签及语义检索，上手即用。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✨ 特点：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界面简单直观，无需任何编程知识。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90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智能体 + 钉技能包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667000"/>
            <a:ext cx="4597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📍 定位：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进阶用法，实现复杂任务的流程自动化。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⌨️ 操作：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在专业AI智能体中安装“/ding”技能包，通过自然语言指令驱动任务。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✨ 特点：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高效自动化，支持自动入库、批量检索、全网文献整理等高级操作。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0F172A">
              <a:alpha val="95000"/>
            </a:srgbClr>
          </a:solidFill>
          <a:ln w="12700" cap="flat" cmpd="sng">
            <a:solidFill>
              <a:srgbClr val="F87171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308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5143500"/>
            <a:ext cx="939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关键提醒：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豆包、元宝等通用聊天工具无法安装「钉」技能包。若您需要管理个人知识库并要求AI回答具备明确的来源引用，请务必使用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专业智能体 + 钉</a:t>
            </a: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的组合方案。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功能一：个人知识库与文件夹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921000"/>
          </a:xfrm>
          <a:prstGeom prst="roundRect">
            <a:avLst>
              <a:gd name="adj" fmla="val 347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统一入口，井然有序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文件杂乱无章，散落在桌面、下载文件夹、网盘和聊天记录中，查找困难。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所有资料收纳在一个统一的个人知识库中，通过清晰的文件夹结构，让数字资产井然有序。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921000"/>
          </a:xfrm>
          <a:prstGeom prst="roundRect">
            <a:avLst>
              <a:gd name="adj" fmla="val 347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个人专属，安全隔离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540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担心个人资料与他人的混在一起，或者被他人误删、误改，隐私与安全无保障。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您的个人知识库是完全私有的，默认只有您自己可访问，实现物理与逻辑上的双重安全隔离。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921000"/>
          </a:xfrm>
          <a:prstGeom prst="roundRect">
            <a:avLst>
              <a:gd name="adj" fmla="val 347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为深度检索打基础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5400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❌</a:t>
            </a: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只能依赖模糊的文件名回忆内容，一旦文件名命名不规范，文件几乎等同于“丢失”。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将文件集中统一管理，是实现AI驱动的“全文内容级检索”、“语义检索”的必要前提。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111827">
              <a:alpha val="95000"/>
            </a:srgbClr>
          </a:solidFill>
          <a:ln w="254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5270500"/>
            <a:ext cx="762000" cy="762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2286000" y="5080000"/>
            <a:ext cx="876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怎么用？操作超简单！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5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像您平时使用电脑一样，找到本地文件，直接</a:t>
            </a:r>
            <a:r>
              <a:rPr lang="en-US" sz="15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拖进「钉」的网页界面</a:t>
            </a:r>
            <a:r>
              <a:rPr lang="en-US" sz="15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，选择一个合适的文件夹存放即可完成上传。无需额外学习成本，即刻上手。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功能二：多格式自动提取笔记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这是「钉」的核心智能功能之一。文件上传后，系统会自动提取文本内容，并在侧边栏生成一份清晰的</a:t>
            </a:r>
            <a:r>
              <a:rPr lang="en-US" sz="15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Markdown 格式笔记</a:t>
            </a:r>
            <a:r>
              <a:rPr lang="en-US" sz="15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，无需手动整理，大幅提升处理效率。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667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Office 文档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精准识别文档结构，完整提取文本和排版信息，还原内容原貌。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2413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1100" y="266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356100" y="2667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可编辑 PDF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直接抽取正文内容，智能保留段落结构与层级，方便快速阅读。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2413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2667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61200" y="2667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图片版 PDF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627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自动调用高精度OCR技术，将扫描件中的图片文字转化为可编辑文本。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77300" y="2413000"/>
            <a:ext cx="2540000" cy="2286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1300" y="2667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766300" y="266700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图片文件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67800" y="355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同样支持OCR提取技术，无论是截图还是照片，其中的文字内容都能被“读懂”。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11827">
              <a:alpha val="9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5397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778000" y="52070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核心对比：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传统网盘只是帮您“存文件”，而「钉」是在“存文件”的基础上，更进一步帮您</a:t>
            </a: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“读懂文件”</a:t>
            </a: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，让每一份文件的价值最大化。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功能三：语义检索（带原文片段）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过去的痛点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只模糊记得“去年那份报告里写过类似观点”，但想不起来文件名，翻遍文件夹也无从下手。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842000" y="18415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使用「钉」之后 · 按“意思”查找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无需记忆文件名，只需用一句话描述您想找的内容，系统就能精准定位到包含相关观点的原文段落。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492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过去的痛点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担心 AI 在生成报告时编造或错误引用内部数据、结论，缺乏事实依据的“生成”毫无价值。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842000" y="34925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使用「钉」之后 · 先获取证据，再组织语言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通过「钉」的检索，快速拿到库内真实、可靠的原文片段作为证据，再让 AI 基于这些“事实”进行专业的语言组织。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7272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143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过去的痛点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关键词检索局限大，用“A词”搜不到用“B词”表述的同义内容，容易造成信息遗漏。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842000" y="51435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使用「钉」之后 · 覆盖同义表述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基于先进的语义检索技术，能够理解词语的深层含义、语境和上下文逻辑，精准召回同义词、近义词描述的内容。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功能四：标签、目录与知识网络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4379" r="14379"/>
          <a:stretch>
            <a:fillRect/>
          </a:stretch>
        </p:blipFill>
        <p:spPr>
          <a:xfrm>
            <a:off x="762000" y="1778000"/>
            <a:ext cx="5080000" cy="4318000"/>
          </a:xfrm>
          <a:prstGeom prst="rect">
            <a:avLst/>
          </a:prstGeom>
          <a:noFill/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6223000" y="1778000"/>
            <a:ext cx="5207000" cy="2286000"/>
          </a:xfrm>
          <a:prstGeom prst="roundRect">
            <a:avLst>
              <a:gd name="adj" fmla="val 0"/>
            </a:avLst>
          </a:prstGeom>
          <a:solidFill>
            <a:srgbClr val="172554">
              <a:alpha val="8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985000" y="1981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 · 提供什么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667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灵活标签：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支持自定义与批量打标，给文件贴上专属“身份”。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全局视角：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提供全库文件列表，构建鸟瞰级目录。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智能图谱：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自动分析标签关联，以可视化图谱形式呈现知识网络。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精准跳转：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支持从标签直接跳转到笔记内具体段落，定位零延迟。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4254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172554">
              <a:alpha val="8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50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44577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价值创造 · 您的好处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508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构建知识地图：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将杂乱的文件集合，转化为逻辑清晰、可见的主题结构。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发现潜在联系：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直观发现不同主题间的隐藏关联，快速识别研究与学习的空白点。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高效筛选文献：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点击图谱节点，一键圈定相关文献集合，大幅提升检索效率。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功能五：与 AI 智能体协作（钉技能包）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「钉」技能包 (</a:t>
            </a: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/ding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) 是连接您的AI智能体与「钉」知识库的专属桥梁。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它的核心使命是教会智能体一套不可逾越的“行为准则”：在回答您的每一个专业问题时，都必须严格遵循</a:t>
            </a:r>
            <a:r>
              <a:rPr lang="en-US" sz="15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“回答附带出处，推理基于原文”</a:t>
            </a: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的原则，彻底解决AI“一本正经地胡说八道”的问题。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20940" b="20940"/>
          <a:stretch>
            <a:fillRect/>
          </a:stretch>
        </p:blipFill>
        <p:spPr>
          <a:xfrm>
            <a:off x="6477000" y="1524000"/>
            <a:ext cx="4953000" cy="2159000"/>
          </a:xfrm>
          <a:prstGeom prst="roundRect">
            <a:avLst>
              <a:gd name="adj" fmla="val 7058"/>
            </a:avLst>
          </a:prstGeom>
          <a:noFill/>
          <a:ln w="25400" cap="flat" cmpd="sng">
            <a:solidFill>
              <a:srgbClr val="22D3EE">
                <a:alpha val="6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3937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127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4089400"/>
            <a:ext cx="260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指令：资料自动化入库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“把这篇PDF入库，并打上‘临床研究’标签”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→ 自动完成：上传文件 → 提取结构化笔记 → 打标签 → 归档入库。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3937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4127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4089400"/>
            <a:ext cx="260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指令：基于原文的检索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“我库里关于XX项目的已有结论是什么？请引用原文”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→ 在您的私有知识库中精准检索，直接引用原文片段组织回答并标注来源。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3937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127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99500" y="4089400"/>
            <a:ext cx="260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指令：全网文献采集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“帮我查找近五年关于XX靶点的最新PubMed文献”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→ 自动完成：检索 → 下载全文 → 提取关键信息 → 自动入库。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0F172A">
              <a:alpha val="90000"/>
            </a:srgbClr>
          </a:solidFill>
          <a:ln w="12700" cap="flat" cmpd="sng">
            <a:solidFill>
              <a:srgbClr val="22D3EE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969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sz="17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您是掌控全局的“指挥者”</a:t>
            </a:r>
            <a:r>
              <a:rPr lang="en-US" sz="16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「钉」是您坚实的“资料与规则底座”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功能六：网上资料一条龙入库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837" b="1837"/>
          <a:stretch>
            <a:fillRect/>
          </a:stretch>
        </p:blipFill>
        <p:spPr>
          <a:xfrm>
            <a:off x="762000" y="1524000"/>
            <a:ext cx="4572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solidFill>
              <a:srgbClr val="22D3EE">
                <a:alpha val="7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4572000" cy="2159000"/>
          </a:xfrm>
          <a:prstGeom prst="roundRect">
            <a:avLst>
              <a:gd name="adj" fmla="val 470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381500"/>
            <a:ext cx="4191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💡 场景举例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浏览网页发现一篇有价值的行业报告？只需将链接发给智能体并说：“把这个报告的内容整理后存入我的知识库”。第二天，报告已躺在您的文件夹，且支持全文检索，即存即用。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842000" y="1524000"/>
            <a:ext cx="5588000" cy="1651000"/>
          </a:xfrm>
          <a:prstGeom prst="roundRect">
            <a:avLst>
              <a:gd name="adj" fmla="val 6153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32500" y="1714500"/>
            <a:ext cx="520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通过「钉」技能包，您的AI智能体可以将从互联网获取公开资料的流程完全自动化：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查找 / 下载 → 自动入库 → 提取笔记 → 智能打标 → 建立检索索引</a:t>
            </a:r>
          </a:p>
        </p:txBody>
      </p:sp>
      <p:sp>
        <p:nvSpPr>
          <p:cNvPr id="9" name="AutoShape 9"/>
          <p:cNvSpPr/>
          <p:nvPr/>
        </p:nvSpPr>
        <p:spPr>
          <a:xfrm>
            <a:off x="5842000" y="3429000"/>
            <a:ext cx="1778000" cy="2794000"/>
          </a:xfrm>
          <a:prstGeom prst="roundRect">
            <a:avLst>
              <a:gd name="adj" fmla="val 428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0" y="3683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969000" y="4445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从“收藏”到“可搜”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彻底改变“收藏即吃灰”的窘境，让每一份收藏都能被高效检索与利用。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747000" y="3429000"/>
            <a:ext cx="1778000" cy="2794000"/>
          </a:xfrm>
          <a:prstGeom prst="roundRect">
            <a:avLst>
              <a:gd name="adj" fmla="val 428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3683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874000" y="4445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极大减少重复劳动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告别繁琐的“下载-重命名-上传”手工流程，将精力集中在真正的价值创造上。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652000" y="3429000"/>
            <a:ext cx="1778000" cy="2794000"/>
          </a:xfrm>
          <a:prstGeom prst="roundRect">
            <a:avLst>
              <a:gd name="adj" fmla="val 4285"/>
            </a:avLst>
          </a:prstGeom>
          <a:solidFill>
            <a:srgbClr val="1E293B">
              <a:alpha val="9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10800" y="3683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779000" y="4445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促进团队知识共享</a:t>
            </a:r>
            <a:endParaRPr lang="en-US" sz="1100"/>
          </a:p>
          <a:p>
            <a:pPr marL="0" indent="0" algn="ctr">
              <a:lnSpc>
                <a:spcPct val="108333"/>
              </a:lnSpc>
              <a:spcBef>
                <a:spcPts val="1000"/>
              </a:spcBef>
            </a:pPr>
            <a:r>
              <a:rPr lang="en-US" sz="11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构建结构化团队知识库，新老员工可无缝复用沉淀资产，加速人才培养。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功能七：分享与预览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1E293B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 · WHAT WE OFFER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7686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可控的单文件分享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为单个文件生成专属分享链接，支持自定义设置访问密码、有效期以及最大下载次数，分享权限尽在掌握。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0386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便捷的在线预览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同事或合作伙伴点击链接后，无需下载客户端，可直接在浏览器中高效预览文件内容，实现轻量化查看。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5207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安全的API密钥管理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在个人中心集中管理您的API密钥，支持随时创建新密钥、查看密钥详情或一键停用旧密钥，保障接口安全。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1E293B">
              <a:alpha val="92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价值收益 · KEY BENEFITS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794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7686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外发资料，权限可控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仅向外部人员分享特定文件，无需暴露整个知识库目录，最大程度降低敏感信息泄露风险，合规更安心。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06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0386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轻量化协作，效率跃升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彻底告别“下载大文件”的漫长等待，点击链接即可预览，大幅提升跨部门及外部合作伙伴间的沟通协作效率。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27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5207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账户安全，最后一道防线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CBD5E1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即便API密钥意外泄露，也可通过后台一键停用功能，迅速切断非法访问路径，为账户和数据安全构筑坚实屏障。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重塑知识管理：三大日常场景升级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1E293B">
              <a:alpha val="92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科研 / 文献管理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痛点：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写综述时，想不起来具体是哪篇文献、哪个段落提到的关键观点。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810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NOW · AI 赋能：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直接在「钉」内进行语义检索，AI回答会直接附上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篇名 + 原文摘录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，精准溯源。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952500" y="5207000"/>
            <a:ext cx="2921000" cy="825500"/>
          </a:xfrm>
          <a:prstGeom prst="roundRect">
            <a:avLst>
              <a:gd name="adj" fmla="val 9230"/>
            </a:avLst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5334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显著减少重复阅读时间</a:t>
            </a:r>
            <a:b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确保学术严谨性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1E293B">
              <a:alpha val="92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内规 / SOP / 培训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66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痛点：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查找具体条款时，只能靠记忆或模糊的文件名，在海量文档中进行全文搜索。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99000" y="3810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NOW · AI 赋能：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用自然语言直接提问，系统能瞬间定位到相关条款的</a:t>
            </a:r>
            <a:r>
              <a:rPr lang="en-US" sz="1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具体段落和上下文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635500" y="5207000"/>
            <a:ext cx="2921000" cy="825500"/>
          </a:xfrm>
          <a:prstGeom prst="roundRect">
            <a:avLst>
              <a:gd name="adj" fmla="val 9230"/>
            </a:avLst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5334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合规问答与材料引用</a:t>
            </a:r>
            <a:b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变得快速且准确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1E293B">
              <a:alpha val="92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个人资料沉淀与整理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2667000"/>
            <a:ext cx="279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痛点：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电脑里总有一个叫“待整理”的文件夹，且永远是满的，越积越多，难以检索。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8382000" y="3810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NOW · AI 赋能：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利用“待AI处理”清单和智能标签关系图，让散落的知识自动关联，井井有条。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318500" y="5207000"/>
            <a:ext cx="2921000" cy="825500"/>
          </a:xfrm>
          <a:prstGeom prst="roundRect">
            <a:avLst>
              <a:gd name="adj" fmla="val 9230"/>
            </a:avLst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445500" y="53340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知识库越用越有价值</a:t>
            </a:r>
            <a:b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拒绝杂乱无章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索引与整理状态（心里有数）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72554">
              <a:alpha val="85000"/>
            </a:srgbClr>
          </a:solidFill>
          <a:ln w="12700" cap="flat" cmpd="sng">
            <a:solidFill>
              <a:srgbClr val="22D3E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/ 系统为您提供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921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844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可视化的提取状态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清晰查看排队、提取、完成或失败状态，遇失败支持一键重试，过程透明。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064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987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自动建立向量索引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文件就绪后，系统自动构建语义向量索引，确保资料可被AI精准理解和检索。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07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5130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待AI处理清单汇总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自动聚合未打标签或提取异常的文件，生成专属待办列表，让整理更有条理。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72554">
              <a:alpha val="85000"/>
            </a:srgbClr>
          </a:solidFill>
          <a:ln w="12700" cap="flat" cmpd="sng">
            <a:solidFill>
              <a:srgbClr val="22D3E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527800" y="2032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/ 带给您的价值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2921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239000" y="2844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状态透明，无需猜测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彻底告别“我的文件到底能不能搜到”的不确定性，系统状态实时可见。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27800" y="4064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239000" y="3987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重试机制，保障完整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重要资料不会因瞬时技术波动“丢失”，一键重试确保数据完整入库。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5207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239000" y="51308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清单驱动，整理有成就感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像清空邮箱一样，通过处理待办清单，让知识整理从“负担”变成有成就感的任务。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快速上手（使用者 Checklist）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体验网页核心功能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约 5 分钟 · 即刻体验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访问您的「钉」站点 URL 并登录。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上传：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尝试上传 1-2 个您工作中的典型文件。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等待几分钟，查看系统自动提取的内容摘要。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4.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检索：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尝试用一句自然语言描述，检索刚上传的内容。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连接智能体 (Agent)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一次性配置 · 需IT协助或自助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99000" y="3683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安装：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在您的 AI 智能体环境中，搜索并安装「钉」技能包。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配置：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在「钉」个人设置中生成专属 API 密钥并完成绑定。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指令：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下达首个指令，如“列出我知识库中待处理的合同”。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1E293B">
              <a:alpha val="90000"/>
            </a:srgbClr>
          </a:solidFill>
          <a:ln w="254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1879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667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养成高效工作新习惯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积微成著 · 重塑知识管理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382000" y="3683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新资料，先入钉：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所有新获取的工作资料，第一时间上传至知识库，防丢失。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写材料，先查库：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撰写报告前，让智能体检索您的知识库，快速整合信息。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★</a:t>
            </a:r>
            <a:r>
              <a:rPr lang="en-US" sz="13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每周回顾：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每周花几分钟，清理重复文件并优化标签，提升检索效率。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常见问题（使用者版）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222500"/>
          </a:xfrm>
          <a:prstGeom prst="roundRect">
            <a:avLst>
              <a:gd name="adj" fmla="val 685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钉是聊天软件吗？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不是。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「钉」的核心是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知识库与检索系统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。如需管理个人知识库并要求AI带出处回答，请使用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智能体+钉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2222500"/>
          </a:xfrm>
          <a:prstGeom prst="roundRect">
            <a:avLst>
              <a:gd name="adj" fmla="val 685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419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能用豆包文档代替吗？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413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不能替代。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聊天工具中的文件上传更偏向于临时问答，缺乏长期的知识库管理和严格的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带出处检索能力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651000"/>
            <a:ext cx="3378200" cy="2222500"/>
          </a:xfrm>
          <a:prstGeom prst="roundRect">
            <a:avLst>
              <a:gd name="adj" fmla="val 6857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868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钉会替我写综述吗？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42300" y="2413000"/>
            <a:ext cx="2997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不会直接写。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「钉」的核心价值是为您提供撰写综述所需的</a:t>
            </a: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精准证据片段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，辅助您构建高质量综述。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34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别人能看到我的文件吗？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95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默认不能。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您上传的所有文件均存储在您个人的知识库中，且是完全数据隔离的，未经您的授权，任何第三方（包括平台方）均无法访问您的知识库内容。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434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没有智能体能用吗？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953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能。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即使不搭配智能体使用，您依然可以通过网页端完整的完成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文件上传、全文检索、标签管理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等核心功能。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让资料活起来，让 AI 办事有据可查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立即访问：[https://ding.yyyou.top]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Macintosh PowerPoint</Application>
  <PresentationFormat>宽屏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RoamerXV</cp:lastModifiedBy>
  <cp:revision>3</cp:revision>
  <dcterms:modified xsi:type="dcterms:W3CDTF">2026-05-27T02:34:47Z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{"Label":"1","ContentProducer":"001191110102MACQD9K64010000","ProduceID":"7644393929832057809","ReservedCode1":"","ContentPropagator":"","PropagateID":"","ReservedCode2":""}</vt:lpwstr>
  </property>
</Properties>
</file>